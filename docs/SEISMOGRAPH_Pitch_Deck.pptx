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CUSUM S−</c:v>
                </c:pt>
              </c:strCache>
            </c:strRef>
          </c:tx>
          <c:spPr>
            <a:solidFill>
              <a:srgbClr val="1F6F8B"/>
            </a:solidFill>
            <a:ln w="38100" cap="flat">
              <a:solidFill>
                <a:srgbClr val="1F6F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6F8B"/>
              </a:solidFill>
              <a:ln w="9525" cap="flat">
                <a:solidFill>
                  <a:srgbClr val="1F6F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8-04</c:v>
                  </c:pt>
                  <c:pt idx="1">
                    <c:v>8-05</c:v>
                  </c:pt>
                  <c:pt idx="2">
                    <c:v>8-06</c:v>
                  </c:pt>
                  <c:pt idx="3">
                    <c:v>8-07</c:v>
                  </c:pt>
                  <c:pt idx="4">
                    <c:v>8-08</c:v>
                  </c:pt>
                  <c:pt idx="5">
                    <c:v>8-09</c:v>
                  </c:pt>
                  <c:pt idx="6">
                    <c:v>8-10</c:v>
                  </c:pt>
                  <c:pt idx="7">
                    <c:v>8-11</c:v>
                  </c:pt>
                  <c:pt idx="8">
                    <c:v>8-12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0.598</c:v>
                </c:pt>
                <c:pt idx="2">
                  <c:v>1.142</c:v>
                </c:pt>
                <c:pt idx="3">
                  <c:v>3.309</c:v>
                </c:pt>
                <c:pt idx="4">
                  <c:v>3.396</c:v>
                </c:pt>
                <c:pt idx="5">
                  <c:v>4.889</c:v>
                </c:pt>
                <c:pt idx="6">
                  <c:v>7.278</c:v>
                </c:pt>
                <c:pt idx="7">
                  <c:v>11.204</c:v>
                </c:pt>
                <c:pt idx="8">
                  <c:v>13.38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 threshold h=5.0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8-04</c:v>
                  </c:pt>
                  <c:pt idx="1">
                    <c:v>8-05</c:v>
                  </c:pt>
                  <c:pt idx="2">
                    <c:v>8-06</c:v>
                  </c:pt>
                  <c:pt idx="3">
                    <c:v>8-07</c:v>
                  </c:pt>
                  <c:pt idx="4">
                    <c:v>8-08</c:v>
                  </c:pt>
                  <c:pt idx="5">
                    <c:v>8-09</c:v>
                  </c:pt>
                  <c:pt idx="6">
                    <c:v>8-10</c:v>
                  </c:pt>
                  <c:pt idx="7">
                    <c:v>8-11</c:v>
                  </c:pt>
                  <c:pt idx="8">
                    <c:v>8-12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6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57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0325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389120" cy="4389120"/>
          </a:xfrm>
          <a:prstGeom prst="ellipse">
            <a:avLst/>
          </a:prstGeom>
          <a:solidFill>
            <a:srgbClr val="1F6F8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NETWORK FOR LLM DRIFT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SEISMOGRAPH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federated, privacy-preserving early-warning network for silent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drift in third-party LLM &amp; agent APIs.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it me, my prompt, or did the model silently change underneath me?”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937760"/>
            <a:ext cx="2384755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 w="12700">
            <a:solidFill>
              <a:srgbClr val="7FD1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937760"/>
            <a:ext cx="23847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F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Apache-2.0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11880" y="4937760"/>
            <a:ext cx="2048256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 w="12700">
            <a:solidFill>
              <a:srgbClr val="7FD1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4937760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F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tests · CI-gated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4937760"/>
            <a:ext cx="2132381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 w="12700">
            <a:solidFill>
              <a:srgbClr val="7FD1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4937760"/>
            <a:ext cx="21323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F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public dashboard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49640" y="4937760"/>
            <a:ext cx="2805379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 w="12700">
            <a:solidFill>
              <a:srgbClr val="7FD1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4937760"/>
            <a:ext cx="280537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F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seismograph-probe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Tatiana Radchenko</a:t>
            </a:r>
            <a:pPr indent="0" marL="0">
              <a:buNone/>
            </a:pPr>
            <a:r>
              <a:rPr lang="en-US" sz="12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Infrastructure, Aarhus   ·   github.com/Tania-coder/SEISMOGRAPH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changes underneath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silently re-route, re-quantise, or re-tune deployed endpoints. The API stays stable, the response still returns 200 OK — but the behaviour moves, and that drift flows straight into every product built on top.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observability cannot see it. It watches infrastructure, not meaning: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0" y="118872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normal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81160" y="118872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6404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6404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normal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75120" y="265176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normal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81160" y="2651760"/>
            <a:ext cx="2377440" cy="123444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6404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behaviour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6404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drifted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4206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green dashboards, one silent regression.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SEISMOGRAPH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six weeks, no one could tell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case: the Anthropic Claude 3.5 Sonnet degradation, Aug–Sep 2025. A load-balancer misconfiguration misrouted traffic to an incompatible model. The diagnostic gap between onset and disclosure: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63040" y="3200400"/>
            <a:ext cx="9235440" cy="0"/>
          </a:xfrm>
          <a:prstGeom prst="line">
            <a:avLst/>
          </a:prstGeom>
          <a:noFill/>
          <a:ln w="25400">
            <a:solidFill>
              <a:srgbClr val="C9D4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971800"/>
            <a:ext cx="457200" cy="4572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611880"/>
            <a:ext cx="310896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Aug 2025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4206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introduced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663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~0.8% of traffic · invisible to users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2971800"/>
            <a:ext cx="457200" cy="457200"/>
          </a:xfrm>
          <a:prstGeom prst="ellipse">
            <a:avLst/>
          </a:prstGeom>
          <a:solidFill>
            <a:srgbClr val="9A6A00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3611880"/>
            <a:ext cx="310896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Aug 2025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4206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4663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~16% of traffic · users now affected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81160" y="29718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3611880"/>
            <a:ext cx="310896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Sep 2025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4206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postmortem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4663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disclosure — 43 days after onset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SEISMOGRAPH answers: could an instrument have caught this on day one?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SEISMOGRAPH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federated canary probes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74720" cy="429768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685800" cy="6858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691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content-addressed canary suite (≤200 prompts at temperature 0) is replayed against the target model on a schedule. Same stimulus, compared to itself over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474720" cy="429768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600200"/>
            <a:ext cx="685800" cy="6858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1691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Privatise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prompts and outputs are destroyed at the probe boundary. Only SHA-256 hashes and differentially-private distributional features ever leave the perimeter.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474720" cy="429768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600200"/>
            <a:ext cx="685800" cy="685800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5440" y="1691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6060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from many independent observers are scored together. A drift alert fires only when ≥2 distinct observers agree — never on one org's noise.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Correlation-first by design: a single observer can never raise a public alarm.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SEISMOGRAPH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detected 38 days early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801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before the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46704" y="11430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46704" y="12801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83864" y="2194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before user-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escalation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44768" y="11430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44768" y="12801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81928" y="2194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affected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42832" y="11430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42832" y="12801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079992" y="2194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— quorum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signal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3063240"/>
          <a:ext cx="70408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7863840" y="3063240"/>
            <a:ext cx="3749040" cy="3063240"/>
          </a:xfrm>
          <a:prstGeom prst="roundRect">
            <a:avLst>
              <a:gd name="adj" fmla="val 268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9244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signal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92440" y="3703320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CUSUM detector crossed its alert threshold on 10 Aug 2025 — inside the subtle 0.8% window, weeks before the fault was visible to anyone.
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S− = 7.28 vs h = 5.0 · μ₀=0.990, σ₀=0.0044
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from a fixed seed.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SEISMOGRAPH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is the moat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Cross-organisation correlation only works if no one has to expose their prompts. SEISMOGRAPH makes that structural, not a policy promise.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1032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317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7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identifiers cross the wire only as non-reversible SHA-256 digests. Raw text never leaves the probe.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10325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3317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7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privacy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32461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Laplace noise at ε = 2.0 per flush. A budget accountant enforces a rolling 24-hour limit and sleeps the probe before overspend.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19456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10325C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3317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7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Pseudonymous federation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66760" y="32461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probe holds an Ed25519 key. The engine knows public keys and reputation — never org identity. Fabricated signals start at zero trust.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prompts and outputs are destroyed at the aggregation boundary — by construction, verified on every change.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949440" cy="1325880"/>
          </a:xfrm>
          <a:prstGeom prst="roundRect">
            <a:avLst>
              <a:gd name="adj" fmla="val 620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36192"/>
            <a:ext cx="713232" cy="713232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361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3990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team is exposed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1801368"/>
            <a:ext cx="5623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increasingly depend on third-party LLM/agent endpoints they neither host nor control.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949440" cy="1325880"/>
          </a:xfrm>
          <a:prstGeom prst="roundRect">
            <a:avLst>
              <a:gd name="adj" fmla="val 620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044952"/>
            <a:ext cx="713232" cy="713232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4495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290779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incumbent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3310128"/>
            <a:ext cx="5623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vendors watch latency, tokens and uptime. None watch semantic behaviour across providers.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6949440" cy="1325880"/>
          </a:xfrm>
          <a:prstGeom prst="roundRect">
            <a:avLst>
              <a:gd name="adj" fmla="val 620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553712"/>
            <a:ext cx="713232" cy="713232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5371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41655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 exists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4818888"/>
            <a:ext cx="5623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GenAI conventions (gen_ai.*, mcp.*) make vendor-neutral instrumentation possible for the first time.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72400" y="1234440"/>
            <a:ext cx="3840480" cy="4617720"/>
          </a:xfrm>
          <a:prstGeom prst="roundRect">
            <a:avLst>
              <a:gd name="adj" fmla="val 214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0" y="1463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0" y="2011680"/>
            <a:ext cx="3337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6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drift in shared model infrastructure is a systemic risk. The defence is a shared, privacy-preserving early-warning network — a public good first, an enterprise product second.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046720" y="457200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7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“Model weather” for everyone who ships on top of an LLM.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SEISMOGRAPH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working — not a deck-only idea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passing,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CI-gated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46704" y="11430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38144" y="1280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Apache-2.0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38144" y="1828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44768" y="11430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36208" y="1280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36208" y="1828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dashboard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Render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42832" y="11430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34272" y="1280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34272" y="1828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seismograph-probe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64240" cy="914400"/>
        </p:xfrm>
        <a:graphic>
          <a:graphicData uri="http://schemas.openxmlformats.org/drawingml/2006/table">
            <a:tbl>
              <a:tblPr/>
              <a:tblGrid>
                <a:gridCol w="832104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2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2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CUSUM change-point detector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/ DP aggregation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gateway + signed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Cross-observer agreement scorer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Webhooks &amp; alerting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Ed25519 verification · OTel emission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state maturity honestly: live components are verified; hardening items are in progress for Phase 2.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SEISMOGRAPH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0F7F2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81328"/>
            <a:ext cx="566928" cy="566928"/>
          </a:xfrm>
          <a:prstGeom prst="ellipse">
            <a:avLst/>
          </a:prstGeom>
          <a:solidFill>
            <a:srgbClr val="1C7A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3990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0" y="139903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backtest proving detection lead-time vs a documented incident.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46920" y="139903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0F7F2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88336"/>
            <a:ext cx="566928" cy="566928"/>
          </a:xfrm>
          <a:prstGeom prst="ellipse">
            <a:avLst/>
          </a:prstGeom>
          <a:solidFill>
            <a:srgbClr val="1C7A3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88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606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good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023360" y="26060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probe + single-node ingestion + free public “model weather” dashboard.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4692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COMPLETE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BF6E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95344"/>
            <a:ext cx="566928" cy="566928"/>
          </a:xfrm>
          <a:prstGeom prst="ellipse">
            <a:avLst/>
          </a:prstGeom>
          <a:solidFill>
            <a:srgbClr val="9A6A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953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81304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growth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023360" y="3813048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hardening, OTel/MCP adapters, full Sybil resistance, ClickHouse, methodology paper.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46920" y="381304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55464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102352"/>
            <a:ext cx="566928" cy="566928"/>
          </a:xfrm>
          <a:prstGeom prst="ellipse">
            <a:avLst/>
          </a:prstGeom>
          <a:solidFill>
            <a:srgbClr val="5A657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02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502005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023360" y="5020056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SSO/RBAC, SOC 2, in-VPC probe, SLAs, canary-gated rollback.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46920" y="5020056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SEISMOGRAPH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public good to product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74720" cy="4206240"/>
          </a:xfrm>
          <a:prstGeom prst="roundRect">
            <a:avLst>
              <a:gd name="adj" fmla="val 236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good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“model weather” dashboard for the top model tuples. Drives adoption and the observer network.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474720" cy="4206240"/>
          </a:xfrm>
          <a:prstGeom prst="roundRect">
            <a:avLst>
              <a:gd name="adj" fmla="val 236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1772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fleet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probes, private drift history, webhooks &amp; alerting across the models you depend 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280160"/>
            <a:ext cx="3474720" cy="4206240"/>
          </a:xfrm>
          <a:prstGeom prst="roundRect">
            <a:avLst>
              <a:gd name="adj" fmla="val 236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676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6676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In-VPC + SLA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274320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6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In-VPC probe, SSO/RBAC, SOC 2, canary-gated rollback, support SLAs for regulated teams.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compounds the moat: every new observer makes every drift alert more trustworthy.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SEISMOGRAPH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0325C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is validated and the public good is live. We are raising support to fund Phase 2 — the network that turns a working probe into a shared early-warning system.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310896" cy="310896"/>
          </a:xfrm>
          <a:prstGeom prst="ellipse">
            <a:avLst/>
          </a:prstGeom>
          <a:solidFill>
            <a:srgbClr val="7FD1E0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88036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funding  </a:t>
            </a:r>
            <a:pPr indent="0" marL="0">
              <a:buNone/>
            </a:pPr>
            <a:r>
              <a:rPr lang="en-US" sz="15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resource DP hardening, OTel/MCP adapters and the methodology paper (Phase 2).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867912"/>
            <a:ext cx="310896" cy="310896"/>
          </a:xfrm>
          <a:prstGeom prst="ellipse">
            <a:avLst/>
          </a:prstGeom>
          <a:solidFill>
            <a:srgbClr val="7FD1E0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77647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  </a:t>
            </a:r>
            <a:pPr indent="0" marL="0">
              <a:buNone/>
            </a:pPr>
            <a:r>
              <a:rPr lang="en-US" sz="15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running on third-party LLMs who will host a probe and corroborate live drift.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764024"/>
            <a:ext cx="310896" cy="310896"/>
          </a:xfrm>
          <a:prstGeom prst="ellipse">
            <a:avLst/>
          </a:prstGeom>
          <a:solidFill>
            <a:srgbClr val="7FD1E0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467258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&amp; contributors  </a:t>
            </a:r>
            <a:pPr indent="0" marL="0">
              <a:buNone/>
            </a:pPr>
            <a:r>
              <a:rPr lang="en-US" sz="15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change-point detection, differential privacy and federated trust.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5806440"/>
            <a:ext cx="10698480" cy="0"/>
          </a:xfrm>
          <a:prstGeom prst="line">
            <a:avLst/>
          </a:prstGeom>
          <a:noFill/>
          <a:ln w="12700">
            <a:solidFill>
              <a:srgbClr val="3356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github.com/Tania-coder/SEISMOGRAPH</a:t>
            </a:r>
            <a:pPr indent="0" marL="0">
              <a:buNone/>
            </a:pPr>
            <a:r>
              <a:rPr lang="en-US" sz="12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seismograph-weather.onrender.com/dashboard     ·     pip install seismograph-probe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SEISMOGRAPH — Pitch Deck</dc:title>
  <dc:subject>PptxGenJS Presentation</dc:subject>
  <dc:creator>Tatiana Radchenko</dc:creator>
  <cp:lastModifiedBy>Tatiana Radchenko</cp:lastModifiedBy>
  <cp:revision>1</cp:revision>
  <dcterms:created xsi:type="dcterms:W3CDTF">2026-06-29T18:40:43Z</dcterms:created>
  <dcterms:modified xsi:type="dcterms:W3CDTF">2026-06-29T18:40:43Z</dcterms:modified>
</cp:coreProperties>
</file>